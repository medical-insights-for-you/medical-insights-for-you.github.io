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FOLDER IS INTENTIONALLY EMPTY (SORT OF) RIGHT NOW.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a nice day. We’ll have more here when the hackathon rolls around. See you at CalHacks.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